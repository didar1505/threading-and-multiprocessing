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944E4-C1AB-2558-7C01-6F219FE97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328CA95-4F8B-9279-CA03-01361D9D7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0B0F0E-5577-C385-802D-9162D314D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D8F9A-F3C7-4FB2-9DE4-E8C54CF444F4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F6B9B8-B4F9-1641-E9DB-981744753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FE41C8-5B0E-C20E-B644-908AB9272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F1765-2E4E-4EA0-8CAD-D707F826F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9968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7C871-E028-E256-6BE6-B9B9A4D56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FDE81E-59FA-B97E-6FE3-8C72A759A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269C28-1603-BADF-C47F-F34E84250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D8F9A-F3C7-4FB2-9DE4-E8C54CF444F4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31667C-6DFA-EBBB-28B4-62B394EE1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B8E1F2-6CDF-21E4-9654-246972F51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F1765-2E4E-4EA0-8CAD-D707F826F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8635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8445-E0AC-3E3A-FF35-A7AE1F4C6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F9E1D7-7D78-7162-C3B5-A102F8D1B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7FCE45-C1F4-176F-D2EE-41F7D2A3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D8F9A-F3C7-4FB2-9DE4-E8C54CF444F4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E6D254-6BA0-C935-27B5-CD9D44315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94B0E5-E89F-EC07-9243-D26903820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F1765-2E4E-4EA0-8CAD-D707F826F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350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74C55A-2A1B-32D3-D917-12DE075C6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28A2A9-72FA-A8FD-3545-F9C845884B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7FE1311-0D3D-4CB8-B83F-5B53CB00A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00558C-ADE3-12B8-2647-1AEC1C1E3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D8F9A-F3C7-4FB2-9DE4-E8C54CF444F4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4D230FB-0521-DEAE-2271-56051862D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B2F930-F20B-3CC1-669B-B8D6404C5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F1765-2E4E-4EA0-8CAD-D707F826F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5034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21DC8B-9488-1150-0B0C-98160F560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40234A-764D-AA66-789F-13D54DDA7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22499D1-3A67-CA34-AF24-830BC22F1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05878E6-CE3E-286B-50D4-34876C9E20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219A387-F0B6-E0CE-B99C-484CC42162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6F4F79E-CCAF-D586-E526-763173D0D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D8F9A-F3C7-4FB2-9DE4-E8C54CF444F4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91714-C8A9-BEE9-EC8C-D1A08495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BF6E962-FB08-9FBF-E069-6D598F0D9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F1765-2E4E-4EA0-8CAD-D707F826F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4050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640C6-DF87-BDBE-2E5C-2691552FC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A39D555-55BE-8385-0A1F-7B653B4E6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D8F9A-F3C7-4FB2-9DE4-E8C54CF444F4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6E8CF5-BCB4-2B35-BA85-4A3021F29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BBF42C4-BC04-0983-E586-316F7CA01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F1765-2E4E-4EA0-8CAD-D707F826F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1854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BDCE052-22DC-C75D-88D3-65D4B2298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D8F9A-F3C7-4FB2-9DE4-E8C54CF444F4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B2DD6C9-60A4-A6DD-D198-E3F2EC550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59C6A5-752B-ECC1-476E-016761717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F1765-2E4E-4EA0-8CAD-D707F826F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591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EE821F-1834-0F99-1FCA-5DDEA4F8C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FA860B-5BEF-AB81-F135-0836F5797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7A07A51-3A2A-9CC1-309C-8D8199300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9E1A0C-3DDD-3DFF-C169-8C8F26B98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D8F9A-F3C7-4FB2-9DE4-E8C54CF444F4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5464F0-CB15-A4FD-4ADD-4EC2AC786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A38295-4BBE-C319-926C-59A6F1258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F1765-2E4E-4EA0-8CAD-D707F826F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4333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A0F7B2-7E06-FFC7-82B5-EBA4C1892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F03ECBC-44CC-B437-F7F6-8AAE4AA55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0942B0-62C7-3411-38B9-EFC2F4304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964738-9BC4-5CC9-3C17-64234EAFA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D8F9A-F3C7-4FB2-9DE4-E8C54CF444F4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4A7C1E-AC80-A6D0-BF00-8D084FAE8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802CA32-5281-C03D-339F-81DB49DE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F1765-2E4E-4EA0-8CAD-D707F826F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647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C8506A-D9EB-45B8-3B08-3252F0D83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0972B88-21D6-8F22-7120-5067B2AAE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30C6A3-3C00-02AE-BD1C-61AA240E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D8F9A-F3C7-4FB2-9DE4-E8C54CF444F4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CF43B3-FE14-42D3-1BE4-6560FF0F9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282888-35BB-D3FF-4CA2-AF7EE24AA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F1765-2E4E-4EA0-8CAD-D707F826F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6551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E9A1C23-51B1-A5C9-0310-2F78BF1046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F5F2093-4ECB-D4CA-EFAA-61D5AD22A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DEB8BE-A2B6-A584-00B7-AC866C0AF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D8F9A-F3C7-4FB2-9DE4-E8C54CF444F4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CBD4C4-7F2F-4B25-AE4D-9F4062AEE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71C61F-5698-229D-B8A6-EBDF3547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F1765-2E4E-4EA0-8CAD-D707F826F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6744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AF90D1-B99C-4134-EA96-22CFBF44D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6940D5-15F5-D8BB-C83B-23F392868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928D7C-4C5F-F63F-6D22-AC129C69A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D8F9A-F3C7-4FB2-9DE4-E8C54CF444F4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EBB5C8-D75E-6B84-67D1-FDA256A7EC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8302EE-DB77-6649-4015-CC75F50E0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F1765-2E4E-4EA0-8CAD-D707F826F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326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3DD241-6AF0-69A1-1B41-5CF449865A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923966A-F859-1C4F-C91A-694316BCD3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1736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CCF9CD4C-95EF-8488-BC90-59BAE44AB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870082"/>
              </p:ext>
            </p:extLst>
          </p:nvPr>
        </p:nvGraphicFramePr>
        <p:xfrm>
          <a:off x="1008184" y="3243580"/>
          <a:ext cx="10428850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770">
                  <a:extLst>
                    <a:ext uri="{9D8B030D-6E8A-4147-A177-3AD203B41FA5}">
                      <a16:colId xmlns:a16="http://schemas.microsoft.com/office/drawing/2014/main" val="2169989742"/>
                    </a:ext>
                  </a:extLst>
                </a:gridCol>
                <a:gridCol w="2085770">
                  <a:extLst>
                    <a:ext uri="{9D8B030D-6E8A-4147-A177-3AD203B41FA5}">
                      <a16:colId xmlns:a16="http://schemas.microsoft.com/office/drawing/2014/main" val="1187874502"/>
                    </a:ext>
                  </a:extLst>
                </a:gridCol>
                <a:gridCol w="2085770">
                  <a:extLst>
                    <a:ext uri="{9D8B030D-6E8A-4147-A177-3AD203B41FA5}">
                      <a16:colId xmlns:a16="http://schemas.microsoft.com/office/drawing/2014/main" val="2130975947"/>
                    </a:ext>
                  </a:extLst>
                </a:gridCol>
                <a:gridCol w="2085770">
                  <a:extLst>
                    <a:ext uri="{9D8B030D-6E8A-4147-A177-3AD203B41FA5}">
                      <a16:colId xmlns:a16="http://schemas.microsoft.com/office/drawing/2014/main" val="2396608936"/>
                    </a:ext>
                  </a:extLst>
                </a:gridCol>
                <a:gridCol w="2085770">
                  <a:extLst>
                    <a:ext uri="{9D8B030D-6E8A-4147-A177-3AD203B41FA5}">
                      <a16:colId xmlns:a16="http://schemas.microsoft.com/office/drawing/2014/main" val="3758146607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Main</a:t>
                      </a:r>
                      <a:br>
                        <a:rPr lang="en-US" dirty="0"/>
                      </a:br>
                      <a:r>
                        <a:rPr lang="en-US" dirty="0"/>
                        <a:t>(start)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Download</a:t>
                      </a:r>
                      <a:br>
                        <a:rPr lang="en-US" dirty="0"/>
                      </a:br>
                      <a:r>
                        <a:rPr lang="en-US" dirty="0"/>
                        <a:t>file 1</a:t>
                      </a:r>
                      <a:endParaRPr lang="ru-RU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Download</a:t>
                      </a:r>
                      <a:br>
                        <a:rPr lang="en-US" dirty="0"/>
                      </a:br>
                      <a:r>
                        <a:rPr lang="en-US" dirty="0"/>
                        <a:t>file </a:t>
                      </a:r>
                      <a:r>
                        <a:rPr lang="ru-RU" dirty="0"/>
                        <a:t>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Download</a:t>
                      </a:r>
                      <a:br>
                        <a:rPr lang="en-US" dirty="0"/>
                      </a:br>
                      <a:r>
                        <a:rPr lang="en-US" dirty="0"/>
                        <a:t>file </a:t>
                      </a:r>
                      <a:r>
                        <a:rPr lang="ru-RU" dirty="0"/>
                        <a:t>3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Main</a:t>
                      </a:r>
                    </a:p>
                    <a:p>
                      <a:pPr algn="ctr"/>
                      <a:r>
                        <a:rPr lang="en-US" dirty="0"/>
                        <a:t>(end)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90754"/>
                  </a:ext>
                </a:extLst>
              </a:tr>
            </a:tbl>
          </a:graphicData>
        </a:graphic>
      </p:graphicFrame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5879833C-A621-B3DD-3899-159FB33A8597}"/>
              </a:ext>
            </a:extLst>
          </p:cNvPr>
          <p:cNvCxnSpPr>
            <a:endCxn id="2" idx="1"/>
          </p:cNvCxnSpPr>
          <p:nvPr/>
        </p:nvCxnSpPr>
        <p:spPr>
          <a:xfrm>
            <a:off x="196947" y="3746011"/>
            <a:ext cx="8112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8396797-8CCD-A643-1D4E-DA62928D72BF}"/>
              </a:ext>
            </a:extLst>
          </p:cNvPr>
          <p:cNvSpPr/>
          <p:nvPr/>
        </p:nvSpPr>
        <p:spPr>
          <a:xfrm>
            <a:off x="3225643" y="2629682"/>
            <a:ext cx="177362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Wait 2 sec.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706F3CF-7A7E-4526-32ED-1FE77E2727B3}"/>
              </a:ext>
            </a:extLst>
          </p:cNvPr>
          <p:cNvSpPr/>
          <p:nvPr/>
        </p:nvSpPr>
        <p:spPr>
          <a:xfrm>
            <a:off x="5335795" y="4339121"/>
            <a:ext cx="177362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Wait 2 sec.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D1A1216-91C1-57E7-5F3D-D7BD227FEED0}"/>
              </a:ext>
            </a:extLst>
          </p:cNvPr>
          <p:cNvSpPr/>
          <p:nvPr/>
        </p:nvSpPr>
        <p:spPr>
          <a:xfrm>
            <a:off x="7445949" y="2629682"/>
            <a:ext cx="177362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Wait 2 sec.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08D92F9-1272-6CAE-8018-271B37394381}"/>
              </a:ext>
            </a:extLst>
          </p:cNvPr>
          <p:cNvSpPr/>
          <p:nvPr/>
        </p:nvSpPr>
        <p:spPr>
          <a:xfrm>
            <a:off x="9549074" y="4339121"/>
            <a:ext cx="170328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6 sec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3585AEE-B450-1D6C-B3B0-386B0DC07270}"/>
              </a:ext>
            </a:extLst>
          </p:cNvPr>
          <p:cNvSpPr/>
          <p:nvPr/>
        </p:nvSpPr>
        <p:spPr>
          <a:xfrm>
            <a:off x="2720503" y="575828"/>
            <a:ext cx="74262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Загрузка файла (1 поток)</a:t>
            </a:r>
          </a:p>
        </p:txBody>
      </p:sp>
    </p:spTree>
    <p:extLst>
      <p:ext uri="{BB962C8B-B14F-4D97-AF65-F5344CB8AC3E}">
        <p14:creationId xmlns:p14="http://schemas.microsoft.com/office/powerpoint/2010/main" val="3116465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3585AEE-B450-1D6C-B3B0-386B0DC07270}"/>
              </a:ext>
            </a:extLst>
          </p:cNvPr>
          <p:cNvSpPr/>
          <p:nvPr/>
        </p:nvSpPr>
        <p:spPr>
          <a:xfrm>
            <a:off x="2720503" y="575828"/>
            <a:ext cx="74262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Загрузка файла (4 поток)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B017E53-182A-552F-6ED5-1DAAB8B07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923809"/>
              </p:ext>
            </p:extLst>
          </p:nvPr>
        </p:nvGraphicFramePr>
        <p:xfrm>
          <a:off x="5196417" y="3857477"/>
          <a:ext cx="2085770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770">
                  <a:extLst>
                    <a:ext uri="{9D8B030D-6E8A-4147-A177-3AD203B41FA5}">
                      <a16:colId xmlns:a16="http://schemas.microsoft.com/office/drawing/2014/main" val="1828248261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Download</a:t>
                      </a:r>
                      <a:br>
                        <a:rPr lang="en-US" dirty="0"/>
                      </a:br>
                      <a:r>
                        <a:rPr lang="en-US" dirty="0"/>
                        <a:t>file 1</a:t>
                      </a:r>
                      <a:endParaRPr lang="ru-RU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832372"/>
                  </a:ext>
                </a:extLst>
              </a:tr>
            </a:tbl>
          </a:graphicData>
        </a:graphic>
      </p:graphicFrame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E99DD1DD-ED50-CD9F-7D0E-D2519C0F8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156121"/>
              </p:ext>
            </p:extLst>
          </p:nvPr>
        </p:nvGraphicFramePr>
        <p:xfrm>
          <a:off x="1201582" y="3857478"/>
          <a:ext cx="2085770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770">
                  <a:extLst>
                    <a:ext uri="{9D8B030D-6E8A-4147-A177-3AD203B41FA5}">
                      <a16:colId xmlns:a16="http://schemas.microsoft.com/office/drawing/2014/main" val="606961365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Main</a:t>
                      </a:r>
                    </a:p>
                    <a:p>
                      <a:pPr algn="ctr"/>
                      <a:r>
                        <a:rPr lang="en-US" dirty="0"/>
                        <a:t>(start)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296699"/>
                  </a:ext>
                </a:extLst>
              </a:tr>
            </a:tbl>
          </a:graphicData>
        </a:graphic>
      </p:graphicFrame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10B7FC5C-252B-B7D2-E26B-E3572A0D1265}"/>
              </a:ext>
            </a:extLst>
          </p:cNvPr>
          <p:cNvCxnSpPr/>
          <p:nvPr/>
        </p:nvCxnSpPr>
        <p:spPr>
          <a:xfrm>
            <a:off x="258656" y="4359910"/>
            <a:ext cx="8112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ECAFA67F-6CBE-ACD6-B931-5DD6584D4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156121"/>
              </p:ext>
            </p:extLst>
          </p:nvPr>
        </p:nvGraphicFramePr>
        <p:xfrm>
          <a:off x="9599995" y="3857478"/>
          <a:ext cx="2085770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770">
                  <a:extLst>
                    <a:ext uri="{9D8B030D-6E8A-4147-A177-3AD203B41FA5}">
                      <a16:colId xmlns:a16="http://schemas.microsoft.com/office/drawing/2014/main" val="606961365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Main</a:t>
                      </a:r>
                    </a:p>
                    <a:p>
                      <a:pPr algn="ctr"/>
                      <a:r>
                        <a:rPr lang="en-US" dirty="0"/>
                        <a:t>(start)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296699"/>
                  </a:ext>
                </a:extLst>
              </a:tr>
            </a:tbl>
          </a:graphicData>
        </a:graphic>
      </p:graphicFrame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A5CD250A-6588-CAC0-54BF-93D730B80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223247"/>
              </p:ext>
            </p:extLst>
          </p:nvPr>
        </p:nvGraphicFramePr>
        <p:xfrm>
          <a:off x="5196417" y="2498091"/>
          <a:ext cx="2085770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770">
                  <a:extLst>
                    <a:ext uri="{9D8B030D-6E8A-4147-A177-3AD203B41FA5}">
                      <a16:colId xmlns:a16="http://schemas.microsoft.com/office/drawing/2014/main" val="1828248261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Download</a:t>
                      </a:r>
                      <a:br>
                        <a:rPr lang="en-US" dirty="0"/>
                      </a:br>
                      <a:r>
                        <a:rPr lang="en-US" dirty="0"/>
                        <a:t>file 1</a:t>
                      </a:r>
                      <a:endParaRPr lang="ru-RU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832372"/>
                  </a:ext>
                </a:extLst>
              </a:tr>
            </a:tbl>
          </a:graphicData>
        </a:graphic>
      </p:graphicFrame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7D8C0230-AE8C-C954-D364-2BAB236FE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223247"/>
              </p:ext>
            </p:extLst>
          </p:nvPr>
        </p:nvGraphicFramePr>
        <p:xfrm>
          <a:off x="5196417" y="5277309"/>
          <a:ext cx="2085770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770">
                  <a:extLst>
                    <a:ext uri="{9D8B030D-6E8A-4147-A177-3AD203B41FA5}">
                      <a16:colId xmlns:a16="http://schemas.microsoft.com/office/drawing/2014/main" val="1828248261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Download</a:t>
                      </a:r>
                      <a:br>
                        <a:rPr lang="en-US" dirty="0"/>
                      </a:br>
                      <a:r>
                        <a:rPr lang="en-US" dirty="0"/>
                        <a:t>file 1</a:t>
                      </a:r>
                      <a:endParaRPr lang="ru-RU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832372"/>
                  </a:ext>
                </a:extLst>
              </a:tr>
            </a:tbl>
          </a:graphicData>
        </a:graphic>
      </p:graphicFrame>
      <p:cxnSp>
        <p:nvCxnSpPr>
          <p:cNvPr id="16" name="Соединитель: уступ 15">
            <a:extLst>
              <a:ext uri="{FF2B5EF4-FFF2-40B4-BE49-F238E27FC236}">
                <a16:creationId xmlns:a16="http://schemas.microsoft.com/office/drawing/2014/main" id="{E3B52873-1309-56E2-E1D6-12A5D8994A8E}"/>
              </a:ext>
            </a:extLst>
          </p:cNvPr>
          <p:cNvCxnSpPr>
            <a:cxnSpLocks/>
          </p:cNvCxnSpPr>
          <p:nvPr/>
        </p:nvCxnSpPr>
        <p:spPr>
          <a:xfrm flipV="1">
            <a:off x="3387701" y="3000522"/>
            <a:ext cx="1648533" cy="1359386"/>
          </a:xfrm>
          <a:prstGeom prst="bentConnector3">
            <a:avLst>
              <a:gd name="adj1" fmla="val 5682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Соединитель: уступ 18">
            <a:extLst>
              <a:ext uri="{FF2B5EF4-FFF2-40B4-BE49-F238E27FC236}">
                <a16:creationId xmlns:a16="http://schemas.microsoft.com/office/drawing/2014/main" id="{D1BC93C8-2383-404C-331B-7717BA377E92}"/>
              </a:ext>
            </a:extLst>
          </p:cNvPr>
          <p:cNvCxnSpPr>
            <a:cxnSpLocks/>
          </p:cNvCxnSpPr>
          <p:nvPr/>
        </p:nvCxnSpPr>
        <p:spPr>
          <a:xfrm>
            <a:off x="3387701" y="4359908"/>
            <a:ext cx="1648533" cy="1359386"/>
          </a:xfrm>
          <a:prstGeom prst="bentConnector3">
            <a:avLst>
              <a:gd name="adj1" fmla="val 5682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41E5F3B9-988B-DA31-A16A-0CFAB189D60F}"/>
              </a:ext>
            </a:extLst>
          </p:cNvPr>
          <p:cNvCxnSpPr/>
          <p:nvPr/>
        </p:nvCxnSpPr>
        <p:spPr>
          <a:xfrm>
            <a:off x="4224997" y="4359908"/>
            <a:ext cx="8112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Соединитель: уступ 20">
            <a:extLst>
              <a:ext uri="{FF2B5EF4-FFF2-40B4-BE49-F238E27FC236}">
                <a16:creationId xmlns:a16="http://schemas.microsoft.com/office/drawing/2014/main" id="{536B0200-FE2C-16CA-7CFC-AF040CF608D1}"/>
              </a:ext>
            </a:extLst>
          </p:cNvPr>
          <p:cNvCxnSpPr>
            <a:cxnSpLocks/>
          </p:cNvCxnSpPr>
          <p:nvPr/>
        </p:nvCxnSpPr>
        <p:spPr>
          <a:xfrm>
            <a:off x="7354042" y="3000522"/>
            <a:ext cx="1648533" cy="1359386"/>
          </a:xfrm>
          <a:prstGeom prst="bentConnector3">
            <a:avLst>
              <a:gd name="adj1" fmla="val 5682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Соединитель: уступ 21">
            <a:extLst>
              <a:ext uri="{FF2B5EF4-FFF2-40B4-BE49-F238E27FC236}">
                <a16:creationId xmlns:a16="http://schemas.microsoft.com/office/drawing/2014/main" id="{4D9B16E6-1532-DE89-EABE-94FA69DEAD02}"/>
              </a:ext>
            </a:extLst>
          </p:cNvPr>
          <p:cNvCxnSpPr>
            <a:cxnSpLocks/>
          </p:cNvCxnSpPr>
          <p:nvPr/>
        </p:nvCxnSpPr>
        <p:spPr>
          <a:xfrm flipV="1">
            <a:off x="7355438" y="4361179"/>
            <a:ext cx="1648533" cy="1359386"/>
          </a:xfrm>
          <a:prstGeom prst="bentConnector3">
            <a:avLst>
              <a:gd name="adj1" fmla="val 5682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7E136A70-00DC-643D-6902-2C335F43BBFC}"/>
              </a:ext>
            </a:extLst>
          </p:cNvPr>
          <p:cNvCxnSpPr>
            <a:cxnSpLocks/>
          </p:cNvCxnSpPr>
          <p:nvPr/>
        </p:nvCxnSpPr>
        <p:spPr>
          <a:xfrm>
            <a:off x="7354042" y="4367528"/>
            <a:ext cx="103499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68685E8-F294-7405-B9D8-B0FC7DFDD032}"/>
              </a:ext>
            </a:extLst>
          </p:cNvPr>
          <p:cNvSpPr/>
          <p:nvPr/>
        </p:nvSpPr>
        <p:spPr>
          <a:xfrm>
            <a:off x="5352488" y="1797610"/>
            <a:ext cx="177362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Wait 2 sec.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5807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B017E53-182A-552F-6ED5-1DAAB8B07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95539"/>
              </p:ext>
            </p:extLst>
          </p:nvPr>
        </p:nvGraphicFramePr>
        <p:xfrm>
          <a:off x="4987152" y="3021037"/>
          <a:ext cx="4499747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9747">
                  <a:extLst>
                    <a:ext uri="{9D8B030D-6E8A-4147-A177-3AD203B41FA5}">
                      <a16:colId xmlns:a16="http://schemas.microsoft.com/office/drawing/2014/main" val="1828248261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Task 2</a:t>
                      </a:r>
                      <a:endParaRPr lang="ru-RU" sz="28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832372"/>
                  </a:ext>
                </a:extLst>
              </a:tr>
            </a:tbl>
          </a:graphicData>
        </a:graphic>
      </p:graphicFrame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E99DD1DD-ED50-CD9F-7D0E-D2519C0F8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986166"/>
              </p:ext>
            </p:extLst>
          </p:nvPr>
        </p:nvGraphicFramePr>
        <p:xfrm>
          <a:off x="1036482" y="4454378"/>
          <a:ext cx="2085770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770">
                  <a:extLst>
                    <a:ext uri="{9D8B030D-6E8A-4147-A177-3AD203B41FA5}">
                      <a16:colId xmlns:a16="http://schemas.microsoft.com/office/drawing/2014/main" val="606961365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Main</a:t>
                      </a:r>
                    </a:p>
                    <a:p>
                      <a:pPr algn="ctr"/>
                      <a:r>
                        <a:rPr lang="en-US" dirty="0"/>
                        <a:t>(start)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296699"/>
                  </a:ext>
                </a:extLst>
              </a:tr>
            </a:tbl>
          </a:graphicData>
        </a:graphic>
      </p:graphicFrame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10B7FC5C-252B-B7D2-E26B-E3572A0D1265}"/>
              </a:ext>
            </a:extLst>
          </p:cNvPr>
          <p:cNvCxnSpPr/>
          <p:nvPr/>
        </p:nvCxnSpPr>
        <p:spPr>
          <a:xfrm>
            <a:off x="93556" y="4956810"/>
            <a:ext cx="8112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ECAFA67F-6CBE-ACD6-B931-5DD6584D4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837663"/>
              </p:ext>
            </p:extLst>
          </p:nvPr>
        </p:nvGraphicFramePr>
        <p:xfrm>
          <a:off x="4987153" y="4454378"/>
          <a:ext cx="2085770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770">
                  <a:extLst>
                    <a:ext uri="{9D8B030D-6E8A-4147-A177-3AD203B41FA5}">
                      <a16:colId xmlns:a16="http://schemas.microsoft.com/office/drawing/2014/main" val="606961365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Main</a:t>
                      </a:r>
                    </a:p>
                    <a:p>
                      <a:pPr algn="ctr"/>
                      <a:r>
                        <a:rPr lang="en-US" dirty="0"/>
                        <a:t>(start)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296699"/>
                  </a:ext>
                </a:extLst>
              </a:tr>
            </a:tbl>
          </a:graphicData>
        </a:graphic>
      </p:graphicFrame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A5CD250A-6588-CAC0-54BF-93D730B80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362053"/>
              </p:ext>
            </p:extLst>
          </p:nvPr>
        </p:nvGraphicFramePr>
        <p:xfrm>
          <a:off x="4987152" y="1816399"/>
          <a:ext cx="4499747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9747">
                  <a:extLst>
                    <a:ext uri="{9D8B030D-6E8A-4147-A177-3AD203B41FA5}">
                      <a16:colId xmlns:a16="http://schemas.microsoft.com/office/drawing/2014/main" val="1828248261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Task 1</a:t>
                      </a:r>
                      <a:endParaRPr lang="ru-RU" sz="28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832372"/>
                  </a:ext>
                </a:extLst>
              </a:tr>
            </a:tbl>
          </a:graphicData>
        </a:graphic>
      </p:graphicFrame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68685E8-F294-7405-B9D8-B0FC7DFDD032}"/>
              </a:ext>
            </a:extLst>
          </p:cNvPr>
          <p:cNvSpPr/>
          <p:nvPr/>
        </p:nvSpPr>
        <p:spPr>
          <a:xfrm>
            <a:off x="7232262" y="4676150"/>
            <a:ext cx="141577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All Done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2B258511-20C9-64B0-98D5-14D2396C3009}"/>
              </a:ext>
            </a:extLst>
          </p:cNvPr>
          <p:cNvCxnSpPr>
            <a:cxnSpLocks/>
          </p:cNvCxnSpPr>
          <p:nvPr/>
        </p:nvCxnSpPr>
        <p:spPr>
          <a:xfrm>
            <a:off x="3223852" y="4937760"/>
            <a:ext cx="160396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Соединитель: уступ 4">
            <a:extLst>
              <a:ext uri="{FF2B5EF4-FFF2-40B4-BE49-F238E27FC236}">
                <a16:creationId xmlns:a16="http://schemas.microsoft.com/office/drawing/2014/main" id="{6B40BC34-D00F-A4AA-5EC6-1C170C8EB170}"/>
              </a:ext>
            </a:extLst>
          </p:cNvPr>
          <p:cNvCxnSpPr>
            <a:cxnSpLocks/>
          </p:cNvCxnSpPr>
          <p:nvPr/>
        </p:nvCxnSpPr>
        <p:spPr>
          <a:xfrm flipV="1">
            <a:off x="3318035" y="3508954"/>
            <a:ext cx="1473334" cy="1433341"/>
          </a:xfrm>
          <a:prstGeom prst="bentConnector3">
            <a:avLst>
              <a:gd name="adj1" fmla="val 4408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AC0E0C97-37B3-FA7E-DE1E-2BC63013BBB6}"/>
              </a:ext>
            </a:extLst>
          </p:cNvPr>
          <p:cNvCxnSpPr>
            <a:cxnSpLocks/>
          </p:cNvCxnSpPr>
          <p:nvPr/>
        </p:nvCxnSpPr>
        <p:spPr>
          <a:xfrm flipV="1">
            <a:off x="3968683" y="2292350"/>
            <a:ext cx="0" cy="26454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68A03C8A-1C9C-316C-D1AC-72E198614224}"/>
              </a:ext>
            </a:extLst>
          </p:cNvPr>
          <p:cNvCxnSpPr/>
          <p:nvPr/>
        </p:nvCxnSpPr>
        <p:spPr>
          <a:xfrm>
            <a:off x="3949633" y="2292350"/>
            <a:ext cx="8112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3971517D-9776-3CD6-86E0-2022C31B26C7}"/>
              </a:ext>
            </a:extLst>
          </p:cNvPr>
          <p:cNvSpPr/>
          <p:nvPr/>
        </p:nvSpPr>
        <p:spPr>
          <a:xfrm>
            <a:off x="6585575" y="1129253"/>
            <a:ext cx="168225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Wait 2 sec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EAA57A83-7739-5250-C687-C414BAF0B6EC}"/>
              </a:ext>
            </a:extLst>
          </p:cNvPr>
          <p:cNvSpPr/>
          <p:nvPr/>
        </p:nvSpPr>
        <p:spPr>
          <a:xfrm>
            <a:off x="9713181" y="1792861"/>
            <a:ext cx="218656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Task 1 started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E2366955-9FBC-0F97-044A-B5793B713366}"/>
              </a:ext>
            </a:extLst>
          </p:cNvPr>
          <p:cNvSpPr/>
          <p:nvPr/>
        </p:nvSpPr>
        <p:spPr>
          <a:xfrm>
            <a:off x="9650150" y="2321948"/>
            <a:ext cx="231262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Task 1 finished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FE022124-F3A5-CBC7-4A4A-41A9F22594BB}"/>
              </a:ext>
            </a:extLst>
          </p:cNvPr>
          <p:cNvSpPr/>
          <p:nvPr/>
        </p:nvSpPr>
        <p:spPr>
          <a:xfrm>
            <a:off x="9713181" y="2973593"/>
            <a:ext cx="218656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Task 2 started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50A9AE3A-8FF6-5946-5B4B-B1C632B91CAA}"/>
              </a:ext>
            </a:extLst>
          </p:cNvPr>
          <p:cNvSpPr/>
          <p:nvPr/>
        </p:nvSpPr>
        <p:spPr>
          <a:xfrm>
            <a:off x="9650150" y="3502680"/>
            <a:ext cx="231262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Task 2 finished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85209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B017E53-182A-552F-6ED5-1DAAB8B07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615716"/>
              </p:ext>
            </p:extLst>
          </p:nvPr>
        </p:nvGraphicFramePr>
        <p:xfrm>
          <a:off x="4054702" y="4217383"/>
          <a:ext cx="4499747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9747">
                  <a:extLst>
                    <a:ext uri="{9D8B030D-6E8A-4147-A177-3AD203B41FA5}">
                      <a16:colId xmlns:a16="http://schemas.microsoft.com/office/drawing/2014/main" val="1828248261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Task 2</a:t>
                      </a:r>
                      <a:endParaRPr lang="ru-RU" sz="28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832372"/>
                  </a:ext>
                </a:extLst>
              </a:tr>
            </a:tbl>
          </a:graphicData>
        </a:graphic>
      </p:graphicFrame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E99DD1DD-ED50-CD9F-7D0E-D2519C0F8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764342"/>
              </p:ext>
            </p:extLst>
          </p:nvPr>
        </p:nvGraphicFramePr>
        <p:xfrm>
          <a:off x="1036482" y="3644726"/>
          <a:ext cx="2085770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770">
                  <a:extLst>
                    <a:ext uri="{9D8B030D-6E8A-4147-A177-3AD203B41FA5}">
                      <a16:colId xmlns:a16="http://schemas.microsoft.com/office/drawing/2014/main" val="606961365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Main</a:t>
                      </a:r>
                    </a:p>
                    <a:p>
                      <a:pPr algn="ctr"/>
                      <a:r>
                        <a:rPr lang="en-US" dirty="0"/>
                        <a:t>(start)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296699"/>
                  </a:ext>
                </a:extLst>
              </a:tr>
            </a:tbl>
          </a:graphicData>
        </a:graphic>
      </p:graphicFrame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10B7FC5C-252B-B7D2-E26B-E3572A0D1265}"/>
              </a:ext>
            </a:extLst>
          </p:cNvPr>
          <p:cNvCxnSpPr/>
          <p:nvPr/>
        </p:nvCxnSpPr>
        <p:spPr>
          <a:xfrm>
            <a:off x="93556" y="4147158"/>
            <a:ext cx="8112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ECAFA67F-6CBE-ACD6-B931-5DD6584D4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945960"/>
              </p:ext>
            </p:extLst>
          </p:nvPr>
        </p:nvGraphicFramePr>
        <p:xfrm>
          <a:off x="9486899" y="3644726"/>
          <a:ext cx="2085770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770">
                  <a:extLst>
                    <a:ext uri="{9D8B030D-6E8A-4147-A177-3AD203B41FA5}">
                      <a16:colId xmlns:a16="http://schemas.microsoft.com/office/drawing/2014/main" val="606961365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Main</a:t>
                      </a:r>
                    </a:p>
                    <a:p>
                      <a:pPr algn="ctr"/>
                      <a:r>
                        <a:rPr lang="en-US" dirty="0"/>
                        <a:t>(start)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296699"/>
                  </a:ext>
                </a:extLst>
              </a:tr>
            </a:tbl>
          </a:graphicData>
        </a:graphic>
      </p:graphicFrame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A5CD250A-6588-CAC0-54BF-93D730B80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625576"/>
              </p:ext>
            </p:extLst>
          </p:nvPr>
        </p:nvGraphicFramePr>
        <p:xfrm>
          <a:off x="4054702" y="3015294"/>
          <a:ext cx="4499747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9747">
                  <a:extLst>
                    <a:ext uri="{9D8B030D-6E8A-4147-A177-3AD203B41FA5}">
                      <a16:colId xmlns:a16="http://schemas.microsoft.com/office/drawing/2014/main" val="1828248261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Task 1</a:t>
                      </a:r>
                      <a:endParaRPr lang="ru-RU" sz="28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832372"/>
                  </a:ext>
                </a:extLst>
              </a:tr>
            </a:tbl>
          </a:graphicData>
        </a:graphic>
      </p:graphicFrame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68685E8-F294-7405-B9D8-B0FC7DFDD032}"/>
              </a:ext>
            </a:extLst>
          </p:cNvPr>
          <p:cNvSpPr/>
          <p:nvPr/>
        </p:nvSpPr>
        <p:spPr>
          <a:xfrm>
            <a:off x="10004290" y="2967335"/>
            <a:ext cx="123944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All Done</a:t>
            </a:r>
            <a:endParaRPr lang="ru-RU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3971517D-9776-3CD6-86E0-2022C31B26C7}"/>
              </a:ext>
            </a:extLst>
          </p:cNvPr>
          <p:cNvSpPr/>
          <p:nvPr/>
        </p:nvSpPr>
        <p:spPr>
          <a:xfrm>
            <a:off x="5254872" y="2292350"/>
            <a:ext cx="168225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Wait 2 sec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EAA57A83-7739-5250-C687-C414BAF0B6EC}"/>
              </a:ext>
            </a:extLst>
          </p:cNvPr>
          <p:cNvSpPr/>
          <p:nvPr/>
        </p:nvSpPr>
        <p:spPr>
          <a:xfrm>
            <a:off x="9675355" y="534572"/>
            <a:ext cx="189731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Task 1 started</a:t>
            </a:r>
            <a:endParaRPr lang="ru-RU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E2366955-9FBC-0F97-044A-B5793B713366}"/>
              </a:ext>
            </a:extLst>
          </p:cNvPr>
          <p:cNvSpPr/>
          <p:nvPr/>
        </p:nvSpPr>
        <p:spPr>
          <a:xfrm>
            <a:off x="9620371" y="1063659"/>
            <a:ext cx="200728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Task 1 finished</a:t>
            </a:r>
            <a:endParaRPr lang="ru-RU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FE022124-F3A5-CBC7-4A4A-41A9F22594BB}"/>
              </a:ext>
            </a:extLst>
          </p:cNvPr>
          <p:cNvSpPr/>
          <p:nvPr/>
        </p:nvSpPr>
        <p:spPr>
          <a:xfrm>
            <a:off x="9675355" y="1715304"/>
            <a:ext cx="189731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Task 2 started</a:t>
            </a:r>
            <a:endParaRPr lang="ru-RU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50A9AE3A-8FF6-5946-5B4B-B1C632B91CAA}"/>
              </a:ext>
            </a:extLst>
          </p:cNvPr>
          <p:cNvSpPr/>
          <p:nvPr/>
        </p:nvSpPr>
        <p:spPr>
          <a:xfrm>
            <a:off x="9620371" y="2244391"/>
            <a:ext cx="200728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Task 2 finished</a:t>
            </a:r>
            <a:endParaRPr lang="ru-RU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BF9097CE-DCB7-6B74-528E-D1E09DD781EC}"/>
              </a:ext>
            </a:extLst>
          </p:cNvPr>
          <p:cNvCxnSpPr/>
          <p:nvPr/>
        </p:nvCxnSpPr>
        <p:spPr>
          <a:xfrm flipV="1">
            <a:off x="3176588" y="3684689"/>
            <a:ext cx="781050" cy="4572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44301B74-B254-E2D3-FEFD-3446D846E035}"/>
              </a:ext>
            </a:extLst>
          </p:cNvPr>
          <p:cNvCxnSpPr>
            <a:cxnSpLocks/>
          </p:cNvCxnSpPr>
          <p:nvPr/>
        </p:nvCxnSpPr>
        <p:spPr>
          <a:xfrm>
            <a:off x="3179809" y="4141889"/>
            <a:ext cx="781050" cy="4572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B044F5F9-1193-1AC5-0AB1-1FB57A561128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8554449" y="3541814"/>
            <a:ext cx="932450" cy="6053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AA20FC7B-4980-CE95-9BC1-10DF6A96665A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8554449" y="4147157"/>
            <a:ext cx="932450" cy="6178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621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B017E53-182A-552F-6ED5-1DAAB8B07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014047"/>
              </p:ext>
            </p:extLst>
          </p:nvPr>
        </p:nvGraphicFramePr>
        <p:xfrm>
          <a:off x="5437318" y="2092569"/>
          <a:ext cx="4499747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9747">
                  <a:extLst>
                    <a:ext uri="{9D8B030D-6E8A-4147-A177-3AD203B41FA5}">
                      <a16:colId xmlns:a16="http://schemas.microsoft.com/office/drawing/2014/main" val="1828248261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Daemon thread</a:t>
                      </a:r>
                      <a:endParaRPr lang="ru-RU" sz="28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832372"/>
                  </a:ext>
                </a:extLst>
              </a:tr>
            </a:tbl>
          </a:graphicData>
        </a:graphic>
      </p:graphicFrame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E99DD1DD-ED50-CD9F-7D0E-D2519C0F8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918584"/>
              </p:ext>
            </p:extLst>
          </p:nvPr>
        </p:nvGraphicFramePr>
        <p:xfrm>
          <a:off x="1486648" y="3525910"/>
          <a:ext cx="2085770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770">
                  <a:extLst>
                    <a:ext uri="{9D8B030D-6E8A-4147-A177-3AD203B41FA5}">
                      <a16:colId xmlns:a16="http://schemas.microsoft.com/office/drawing/2014/main" val="606961365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Main</a:t>
                      </a:r>
                    </a:p>
                    <a:p>
                      <a:pPr algn="ctr"/>
                      <a:r>
                        <a:rPr lang="en-US" dirty="0"/>
                        <a:t>(start)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296699"/>
                  </a:ext>
                </a:extLst>
              </a:tr>
            </a:tbl>
          </a:graphicData>
        </a:graphic>
      </p:graphicFrame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10B7FC5C-252B-B7D2-E26B-E3572A0D1265}"/>
              </a:ext>
            </a:extLst>
          </p:cNvPr>
          <p:cNvCxnSpPr/>
          <p:nvPr/>
        </p:nvCxnSpPr>
        <p:spPr>
          <a:xfrm>
            <a:off x="543722" y="4028342"/>
            <a:ext cx="81123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ECAFA67F-6CBE-ACD6-B931-5DD6584D4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439720"/>
              </p:ext>
            </p:extLst>
          </p:nvPr>
        </p:nvGraphicFramePr>
        <p:xfrm>
          <a:off x="5437319" y="3525910"/>
          <a:ext cx="4499746" cy="100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9746">
                  <a:extLst>
                    <a:ext uri="{9D8B030D-6E8A-4147-A177-3AD203B41FA5}">
                      <a16:colId xmlns:a16="http://schemas.microsoft.com/office/drawing/2014/main" val="606961365"/>
                    </a:ext>
                  </a:extLst>
                </a:gridCol>
              </a:tblGrid>
              <a:tr h="1004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Main</a:t>
                      </a:r>
                    </a:p>
                    <a:p>
                      <a:pPr algn="ctr"/>
                      <a:r>
                        <a:rPr lang="en-US" dirty="0"/>
                        <a:t>(start)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296699"/>
                  </a:ext>
                </a:extLst>
              </a:tr>
            </a:tbl>
          </a:graphicData>
        </a:graphic>
      </p:graphicFrame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2B258511-20C9-64B0-98D5-14D2396C3009}"/>
              </a:ext>
            </a:extLst>
          </p:cNvPr>
          <p:cNvCxnSpPr>
            <a:cxnSpLocks/>
          </p:cNvCxnSpPr>
          <p:nvPr/>
        </p:nvCxnSpPr>
        <p:spPr>
          <a:xfrm>
            <a:off x="3674018" y="4009292"/>
            <a:ext cx="160396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Соединитель: уступ 4">
            <a:extLst>
              <a:ext uri="{FF2B5EF4-FFF2-40B4-BE49-F238E27FC236}">
                <a16:creationId xmlns:a16="http://schemas.microsoft.com/office/drawing/2014/main" id="{6B40BC34-D00F-A4AA-5EC6-1C170C8EB170}"/>
              </a:ext>
            </a:extLst>
          </p:cNvPr>
          <p:cNvCxnSpPr>
            <a:cxnSpLocks/>
          </p:cNvCxnSpPr>
          <p:nvPr/>
        </p:nvCxnSpPr>
        <p:spPr>
          <a:xfrm flipV="1">
            <a:off x="3768201" y="2580486"/>
            <a:ext cx="1473334" cy="1433341"/>
          </a:xfrm>
          <a:prstGeom prst="bentConnector3">
            <a:avLst>
              <a:gd name="adj1" fmla="val 4408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3971517D-9776-3CD6-86E0-2022C31B26C7}"/>
              </a:ext>
            </a:extLst>
          </p:cNvPr>
          <p:cNvSpPr/>
          <p:nvPr/>
        </p:nvSpPr>
        <p:spPr>
          <a:xfrm>
            <a:off x="6743132" y="1569349"/>
            <a:ext cx="226748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Infinite thread</a:t>
            </a:r>
            <a:endParaRPr lang="ru-RU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0303127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142</Words>
  <Application>Microsoft Office PowerPoint</Application>
  <PresentationFormat>Широкоэкранный</PresentationFormat>
  <Paragraphs>50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Didar</dc:creator>
  <cp:lastModifiedBy>Didar</cp:lastModifiedBy>
  <cp:revision>3</cp:revision>
  <dcterms:created xsi:type="dcterms:W3CDTF">2025-11-04T08:51:17Z</dcterms:created>
  <dcterms:modified xsi:type="dcterms:W3CDTF">2025-11-04T13:02:47Z</dcterms:modified>
</cp:coreProperties>
</file>